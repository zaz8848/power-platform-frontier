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· 开场 · 40 秒</a:t>
            </a:r>
          </a:p>
          <a:p/>
          <a:p>
            <a:r>
              <a:t>最近 Copilot Studio 更新了不少东西，说实话</a:t>
            </a:r>
          </a:p>
          <a:p>
            <a:r>
              <a:t>变化挺大的</a:t>
            </a:r>
          </a:p>
          <a:p>
            <a:r>
              <a:t>，几乎隔一阵就有新能力冒出来。</a:t>
            </a:r>
          </a:p>
          <a:p>
            <a:r>
              <a:t>⏸ 停 1 秒</a:t>
            </a:r>
          </a:p>
          <a:p>
            <a:r>
              <a:t>也正因为这样，最近</a:t>
            </a:r>
          </a:p>
          <a:p>
            <a:r>
              <a:t>很多客户跑来问我们</a:t>
            </a:r>
          </a:p>
          <a:p>
            <a:r>
              <a:t>——新版到底改了什么、我要不要跟。</a:t>
            </a:r>
          </a:p>
          <a:p>
            <a:r>
              <a:t>⏸ 停 2 秒</a:t>
            </a:r>
          </a:p>
          <a:p>
            <a:r>
              <a:t>所以今天这一场，</a:t>
            </a:r>
          </a:p>
          <a:p>
            <a:r>
              <a:t>我们不打算把功能从头到尾念一遍</a:t>
            </a:r>
          </a:p>
          <a:p>
            <a:r>
              <a:t>，而是</a:t>
            </a:r>
          </a:p>
          <a:p>
            <a:r>
              <a:t>挑了大家问得最多的四个问题</a:t>
            </a:r>
          </a:p>
          <a:p>
            <a:r>
              <a:t>，一个一个说清楚。</a:t>
            </a:r>
          </a:p>
          <a:p>
            <a:r>
              <a:t>⏸ 停 1 秒</a:t>
            </a:r>
          </a:p>
          <a:p>
            <a:r>
              <a:t>第一，</a:t>
            </a:r>
          </a:p>
          <a:p>
            <a:r>
              <a:t>它做了哪些核心改变</a:t>
            </a:r>
          </a:p>
          <a:p>
            <a:r>
              <a:t>；</a:t>
            </a:r>
          </a:p>
          <a:p>
            <a:r>
              <a:t>第二，</a:t>
            </a:r>
          </a:p>
          <a:p>
            <a:r>
              <a:t>面对复杂任务它强在哪</a:t>
            </a:r>
          </a:p>
          <a:p>
            <a:r>
              <a:t>；</a:t>
            </a:r>
          </a:p>
          <a:p>
            <a:r>
              <a:t>第三，</a:t>
            </a:r>
          </a:p>
          <a:p>
            <a:r>
              <a:t>功能和路线图长什么样</a:t>
            </a:r>
          </a:p>
          <a:p>
            <a:r>
              <a:t>；</a:t>
            </a:r>
          </a:p>
          <a:p>
            <a:r>
              <a:t>第四，</a:t>
            </a:r>
          </a:p>
          <a:p>
            <a:r>
              <a:t>怎么收费、成本怎么管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这四个想明白了，你基本就</a:t>
            </a:r>
          </a:p>
          <a:p>
            <a:r>
              <a:t>能判断该不该上、怎么上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而贯穿全场其实就一句话：</a:t>
            </a:r>
          </a:p>
          <a:p>
            <a:r>
              <a:t>三条 harness 并存，不是新的取代旧的，而是按需求挑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50 秒 · 先讲背景</a:t>
            </a:r>
          </a:p>
          <a:p/>
          <a:p>
            <a:r>
              <a:t>先不谈产品，谈一件更根本的事：</a:t>
            </a:r>
          </a:p>
          <a:p>
            <a:r>
              <a:t>人对 AI 的期待变了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这四行你扫一眼就懂。但真正的分水岭是中间这一行——</a:t>
            </a:r>
          </a:p>
          <a:p>
            <a:r>
              <a:t>⏸ 停 1 秒</a:t>
            </a:r>
          </a:p>
          <a:p>
            <a:r>
              <a:t>AI 从「助手」变成「执行者」</a:t>
            </a:r>
          </a:p>
          <a:p>
            <a:r>
              <a:t>。从 AI assistant 到 AI doer。</a:t>
            </a:r>
          </a:p>
          <a:p>
            <a:r>
              <a:t>⏸ 停 3 秒 · 让这句话落地</a:t>
            </a:r>
          </a:p>
          <a:p>
            <a:r>
              <a:t>别小看这一个词的差别。</a:t>
            </a:r>
          </a:p>
          <a:p>
            <a:r>
              <a:t>回答问题，模型自己就够了</a:t>
            </a:r>
          </a:p>
          <a:p>
            <a:r>
              <a:t>；</a:t>
            </a:r>
          </a:p>
          <a:p>
            <a:r>
              <a:t>但接手工作，就得会规划、会调工具、跑错了还能自己爬起来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需求变了，AI 的工作模式跟着变——</a:t>
            </a:r>
          </a:p>
          <a:p>
            <a:r>
              <a:t>那么造 Agent 的平台，也必须换引擎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这就是今天所有内容的背景。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65 秒 · 为什么要三件套</a:t>
            </a:r>
          </a:p>
          <a:p/>
          <a:p>
            <a:r>
              <a:t>换完引擎的 Copilot Studio 长什么样？一句话：</a:t>
            </a:r>
          </a:p>
          <a:p>
            <a:r>
              <a:t>一个 Studio，一次对话，三样一起建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但我更想先回答一个问题——</a:t>
            </a:r>
          </a:p>
          <a:p>
            <a:r>
              <a:t>为什么非要有 Workflow 和 App？只有 Agent 不行吗？</a:t>
            </a:r>
          </a:p>
          <a:p>
            <a:r>
              <a:t>⏸ 停 2 秒</a:t>
            </a:r>
          </a:p>
          <a:p>
            <a:r>
              <a:t>我的看法是：</a:t>
            </a:r>
          </a:p>
          <a:p>
            <a:r>
              <a:t>Agent 解决的是「判断」，但判断完了，得落到系统里</a:t>
            </a:r>
          </a:p>
          <a:p>
            <a:r>
              <a:t>。它想通了这张发票有问题，然后呢？</a:t>
            </a:r>
          </a:p>
          <a:p>
            <a:r>
              <a:t>要写进财务系统、要发审批、要有人点确认</a:t>
            </a:r>
          </a:p>
          <a:p>
            <a:r>
              <a:t>——这一步过去全靠写代码。</a:t>
            </a:r>
          </a:p>
          <a:p>
            <a:r>
              <a:t>⏸ 停 2 秒</a:t>
            </a:r>
          </a:p>
          <a:p>
            <a:r>
              <a:t>所以三件套是一条完整链路：</a:t>
            </a:r>
          </a:p>
          <a:p>
            <a:r>
              <a:t>Agent 管判断，Workflow 管执行，App 管确认</a:t>
            </a:r>
          </a:p>
          <a:p>
            <a:r>
              <a:t>。缺一环，事就跑不完。</a:t>
            </a:r>
          </a:p>
          <a:p>
            <a:r>
              <a:t>⏸ 停 2 秒</a:t>
            </a:r>
          </a:p>
          <a:p>
            <a:r>
              <a:t>顺便说说另外两家。</a:t>
            </a:r>
          </a:p>
          <a:p>
            <a:r>
              <a:t>Anthropic 走 MCP 加 SDK</a:t>
            </a:r>
          </a:p>
          <a:p>
            <a:r>
              <a:t>，工具能接，但编排还是靠写代码；</a:t>
            </a:r>
          </a:p>
          <a:p>
            <a:r>
              <a:t>OpenAI 更值得一提</a:t>
            </a:r>
          </a:p>
          <a:p>
            <a:r>
              <a:t>——他们做过可视化的 Agent Builder，但已经官宣</a:t>
            </a:r>
          </a:p>
          <a:p>
            <a:r>
              <a:t>今年 11 月 30 日停用</a:t>
            </a:r>
          </a:p>
          <a:p>
            <a:r>
              <a:t>，让大家回到 SDK，也就是回到写代码。</a:t>
            </a:r>
          </a:p>
          <a:p>
            <a:r>
              <a:t>⏸ 停 3 秒 · 让这个信息落地</a:t>
            </a:r>
          </a:p>
          <a:p>
            <a:r>
              <a:t>这说明什么？</a:t>
            </a:r>
          </a:p>
          <a:p>
            <a:r>
              <a:t>说明「编排」这一层是真的难做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而我们的选择不一样：</a:t>
            </a:r>
          </a:p>
          <a:p>
            <a:r>
              <a:t>把编排做成可视化画布，直接拖 1,500 多个现成连接器</a:t>
            </a:r>
          </a:p>
          <a:p>
            <a:r>
              <a:t>，业务人员自己就能接上。</a:t>
            </a:r>
          </a:p>
          <a:p>
            <a:r>
              <a:t>⏸ 停 2 秒</a:t>
            </a:r>
          </a:p>
          <a:p>
            <a:r>
              <a:t>不是谁强谁弱，是面向的人不同</a:t>
            </a:r>
          </a:p>
          <a:p>
            <a:r>
              <a:t>——他们交给开发者，我们交给懂业务的人。</a:t>
            </a:r>
          </a:p>
          <a:p>
            <a:r>
              <a:t>⏸ 停 2 秒</a:t>
            </a:r>
          </a:p>
          <a:p>
            <a:r>
              <a:t>说得再好，不如看一眼。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03B · 40 秒 · 横向对比</a:t>
            </a:r>
          </a:p>
          <a:p/>
          <a:p>
            <a:r>
              <a:t>刚才说 Copilot Studio 是</a:t>
            </a:r>
          </a:p>
          <a:p>
            <a:r>
              <a:t>一个 Studio 建三件套</a:t>
            </a:r>
          </a:p>
          <a:p>
            <a:r>
              <a:t>。那放到整个行业里，</a:t>
            </a:r>
          </a:p>
          <a:p>
            <a:r>
              <a:t>别人是不是也这样？</a:t>
            </a:r>
          </a:p>
          <a:p>
            <a:r>
              <a:t>⏸ 停 2 秒</a:t>
            </a:r>
          </a:p>
          <a:p>
            <a:r>
              <a:t>我把四家摆在一起看，标准就一个：</a:t>
            </a:r>
          </a:p>
          <a:p>
            <a:r>
              <a:t>同样要建 Agent、Workflow、App 这三层，谁能不写代码、一站式做完。</a:t>
            </a:r>
          </a:p>
          <a:p>
            <a:r>
              <a:t>⏸ 停 2 秒</a:t>
            </a:r>
          </a:p>
          <a:p>
            <a:r>
              <a:t>Agent 这一层，四家都行</a:t>
            </a:r>
          </a:p>
          <a:p>
            <a:r>
              <a:t>——都能建一个会判断的智能体。</a:t>
            </a:r>
          </a:p>
          <a:p>
            <a:r>
              <a:t>⏸ 停 1 秒</a:t>
            </a:r>
          </a:p>
          <a:p>
            <a:r>
              <a:t>但往下走就分化了。</a:t>
            </a:r>
          </a:p>
          <a:p>
            <a:r>
              <a:t>Workflow 编排层</a:t>
            </a:r>
          </a:p>
          <a:p>
            <a:r>
              <a:t>：OpenAI 做过可视化 Agent Builder，</a:t>
            </a:r>
          </a:p>
          <a:p>
            <a:r>
              <a:t>但已官宣今年 11 月 30 日停用</a:t>
            </a:r>
          </a:p>
          <a:p>
            <a:r>
              <a:t>，让大家回到 SDK；Anthropic 直接就是 MCP 加 SDK，靠写代码；Google 的 Pipelines 也是偏工程。</a:t>
            </a:r>
          </a:p>
          <a:p>
            <a:r>
              <a:t>⏸ 停 2 秒</a:t>
            </a:r>
          </a:p>
          <a:p>
            <a:r>
              <a:t>App 这一层差距最大</a:t>
            </a:r>
          </a:p>
          <a:p>
            <a:r>
              <a:t>——让人在界面里查看、修改、批准，OpenAI 只有能嵌聊天窗的 ChatKit，Google 和 Anthropic 干脆没有。</a:t>
            </a:r>
          </a:p>
          <a:p>
            <a:r>
              <a:t>⏸ 停 2 秒</a:t>
            </a:r>
          </a:p>
          <a:p>
            <a:r>
              <a:t>所以</a:t>
            </a:r>
          </a:p>
          <a:p>
            <a:r>
              <a:t>不是谁强谁弱，是面向谁</a:t>
            </a:r>
          </a:p>
          <a:p>
            <a:r>
              <a:t>：其他三家都交给</a:t>
            </a:r>
          </a:p>
          <a:p>
            <a:r>
              <a:t>开发者写代码</a:t>
            </a:r>
          </a:p>
          <a:p>
            <a:r>
              <a:t>，只有 Copilot Studio 把三层都做成</a:t>
            </a:r>
          </a:p>
          <a:p>
            <a:r>
              <a:t>懂业务的人能用的低代码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这就是它真正的差异化。说得再好不如看一眼——下面直接现场建一遍。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Demo · 25 秒 + 视频</a:t>
            </a:r>
          </a:p>
          <a:p/>
          <a:p>
            <a:r>
              <a:t>这段我少说，</a:t>
            </a:r>
          </a:p>
          <a:p>
            <a:r>
              <a:t>你们自己看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看的时候留意四件事：</a:t>
            </a:r>
          </a:p>
          <a:p>
            <a:r>
              <a:t>提需求用的是日常语言</a:t>
            </a:r>
          </a:p>
          <a:p>
            <a:r>
              <a:t>，不写代码；</a:t>
            </a:r>
          </a:p>
          <a:p>
            <a:r>
              <a:t>它自己拆解</a:t>
            </a:r>
          </a:p>
          <a:p>
            <a:r>
              <a:t>，理解意图、生成结构、接上数据；</a:t>
            </a:r>
          </a:p>
          <a:p>
            <a:r>
              <a:t>生成完当场能试</a:t>
            </a:r>
          </a:p>
          <a:p>
            <a:r>
              <a:t>，不满意再说一句就改；最后出来的是</a:t>
            </a:r>
          </a:p>
          <a:p>
            <a:r>
              <a:t>三件套互相调用</a:t>
            </a:r>
          </a:p>
          <a:p>
            <a:r>
              <a:t>，不是一个孤立的聊天机器人。</a:t>
            </a:r>
          </a:p>
          <a:p>
            <a:r>
              <a:t>⏸ 停 2 秒 · 然后播放</a:t>
            </a:r>
          </a:p>
          <a:p>
            <a:r>
              <a:t>……看完了。</a:t>
            </a:r>
          </a:p>
          <a:p>
            <a:r>
              <a:t>⏸ 停 1 秒</a:t>
            </a:r>
          </a:p>
          <a:p>
            <a:r>
              <a:t>那问题就来了——</a:t>
            </a:r>
          </a:p>
          <a:p>
            <a:r>
              <a:t>它凭什么能做到这些？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60 秒 · 只换了一层</a:t>
            </a:r>
          </a:p>
          <a:p/>
          <a:p>
            <a:r>
              <a:t>答案在这张图上：</a:t>
            </a:r>
          </a:p>
          <a:p>
            <a:r>
              <a:t>只换了一层，就是中间的执行引擎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看左边。以前是</a:t>
            </a:r>
          </a:p>
          <a:p>
            <a:r>
              <a:t>Standard 的规则编排</a:t>
            </a:r>
          </a:p>
          <a:p>
            <a:r>
              <a:t>——Topics 加 Agent Flow，</a:t>
            </a:r>
          </a:p>
          <a:p>
            <a:r>
              <a:t>按你配好的路径走，遇到没配过的情况就停在那儿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换成 GHCP 之后变成</a:t>
            </a:r>
          </a:p>
          <a:p>
            <a:r>
              <a:t>agentic orchestrator</a:t>
            </a:r>
          </a:p>
          <a:p>
            <a:r>
              <a:t>：</a:t>
            </a:r>
          </a:p>
          <a:p>
            <a:r>
              <a:t>自己规划、自己迭代、跑错自己恢复</a:t>
            </a:r>
          </a:p>
          <a:p>
            <a:r>
              <a:t>，而且这个 loop 是</a:t>
            </a:r>
          </a:p>
          <a:p>
            <a:r>
              <a:t>在隔离的安全沙箱里跑的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但请特别看</a:t>
            </a:r>
          </a:p>
          <a:p>
            <a:r>
              <a:t>没变的部分</a:t>
            </a:r>
          </a:p>
          <a:p>
            <a:r>
              <a:t>——上面的渠道接入，Teams、M365 Copilot、Web；下面受治理的模型调用。</a:t>
            </a:r>
          </a:p>
          <a:p>
            <a:r>
              <a:t>三条 harness 完全一样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所以这不是让你重建一套，是</a:t>
            </a:r>
          </a:p>
          <a:p>
            <a:r>
              <a:t>同一个平台里换个更强的引擎</a:t>
            </a:r>
          </a:p>
          <a:p>
            <a:r>
              <a:t>。</a:t>
            </a:r>
          </a:p>
          <a:p>
            <a:r>
              <a:t>⏸ 停 3 秒 · 手指向绿色那条</a:t>
            </a:r>
          </a:p>
          <a:p>
            <a:r>
              <a:t>最后一句几乎每个客户都会问：</a:t>
            </a:r>
          </a:p>
          <a:p>
            <a:r>
              <a:t>不用另外买 GitHub Copilot License</a:t>
            </a:r>
          </a:p>
          <a:p>
            <a:r>
              <a:t>。它是内置的执行引擎，不是单独采购的产品——</a:t>
            </a:r>
          </a:p>
          <a:p>
            <a:r>
              <a:t>只消耗 Copilot Credits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70 秒 · 能力配数字</a:t>
            </a:r>
          </a:p>
          <a:p/>
          <a:p>
            <a:r>
              <a:t>换了引擎，具体多了哪些本事？</a:t>
            </a:r>
          </a:p>
          <a:p>
            <a:r>
              <a:t>四件事，每一件我都配了数字</a:t>
            </a:r>
          </a:p>
          <a:p>
            <a:r>
              <a:t>——因为「更强」这两个字，</a:t>
            </a:r>
          </a:p>
          <a:p>
            <a:r>
              <a:t>不给数据就是空话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94% 的通过率，所以它啃得动复杂流程</a:t>
            </a:r>
          </a:p>
          <a:p>
            <a:r>
              <a:t>——把一件大事自己拆成若干步做到完。以前呢？一次问答就结束了。</a:t>
            </a:r>
          </a:p>
          <a:p>
            <a:r>
              <a:t>⏸ 停 2 秒</a:t>
            </a:r>
          </a:p>
          <a:p>
            <a:r>
              <a:t>半年 58 个点的进步，所以它跑错了自己恢复</a:t>
            </a:r>
          </a:p>
          <a:p>
            <a:r>
              <a:t>——某一步失败会重试或换条路，而不是停摆。</a:t>
            </a:r>
          </a:p>
          <a:p>
            <a:r>
              <a:t>⏸ 停 2 秒</a:t>
            </a:r>
          </a:p>
          <a:p>
            <a:r>
              <a:t>Multi-tool 涨 11.9 个点、File 任务涨 28.2，所以工具挑得准</a:t>
            </a:r>
          </a:p>
          <a:p>
            <a:r>
              <a:t>——第一次就选对工具、填对参数。</a:t>
            </a:r>
          </a:p>
          <a:p>
            <a:r>
              <a:t>⏸ 停 2 秒</a:t>
            </a:r>
          </a:p>
          <a:p>
            <a:r>
              <a:t>最后一张最反直觉：</a:t>
            </a:r>
          </a:p>
          <a:p>
            <a:r>
              <a:t>输入 token 降了 45%，所以它又稳又省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为什么能同时做到？</a:t>
            </a:r>
          </a:p>
          <a:p>
            <a:r>
              <a:t>更听指令就少走弯路，缓存命中高就少重复读</a:t>
            </a:r>
          </a:p>
          <a:p>
            <a:r>
              <a:t>——省下来的不是压缩出来的，</a:t>
            </a:r>
          </a:p>
          <a:p>
            <a:r>
              <a:t>是不浪费省出来的</a:t>
            </a:r>
          </a:p>
          <a:p>
            <a:r>
              <a:t>。</a:t>
            </a:r>
          </a:p>
          <a:p>
            <a:r>
              <a:t>⏸ 停 3 秒 · 手指向底部那条</a:t>
            </a:r>
          </a:p>
          <a:p>
            <a:r>
              <a:t>底部这条是</a:t>
            </a:r>
          </a:p>
          <a:p>
            <a:r>
              <a:t>完整口径</a:t>
            </a:r>
          </a:p>
          <a:p>
            <a:r>
              <a:t>：同一套最难评估集，</a:t>
            </a:r>
          </a:p>
          <a:p>
            <a:r>
              <a:t>我们 94%，领先竞品 65%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有两句必须说清楚，</a:t>
            </a:r>
          </a:p>
          <a:p>
            <a:r>
              <a:t>不然会被追问</a:t>
            </a:r>
          </a:p>
          <a:p>
            <a:r>
              <a:t>：第一，</a:t>
            </a:r>
          </a:p>
          <a:p>
            <a:r>
              <a:t>同一个模型基线 Sonnet 4.6，唯一变量是 harness</a:t>
            </a:r>
          </a:p>
          <a:p>
            <a:r>
              <a:t>；</a:t>
            </a:r>
          </a:p>
          <a:p>
            <a:r>
              <a:t>第二，</a:t>
            </a:r>
          </a:p>
          <a:p>
            <a:r>
              <a:t>这套评估集是刻意压到失败的</a:t>
            </a:r>
          </a:p>
          <a:p>
            <a:r>
              <a:t>，65% 本身已经算强，而且</a:t>
            </a:r>
          </a:p>
          <a:p>
            <a:r>
              <a:t>eval 通过率不等于生产成功率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那问题来了——</a:t>
            </a:r>
          </a:p>
          <a:p>
            <a:r>
              <a:t>凭什么换个 harness 就能做到这些？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45 秒 · 概念定桩</a:t>
            </a:r>
          </a:p>
          <a:p/>
          <a:p>
            <a:r>
              <a:t>因为 harness 这个词，很多人是第一次听。我给一个比喻：</a:t>
            </a:r>
          </a:p>
          <a:p>
            <a:r>
              <a:t>harness 就是给 AI 铺的铁轨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模型本身像一台有动力的车头——</a:t>
            </a:r>
          </a:p>
          <a:p>
            <a:r>
              <a:t>力气很大，但会跑偏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harness 干三件事：</a:t>
            </a:r>
          </a:p>
          <a:p>
            <a:r>
              <a:t>铁轨</a:t>
            </a:r>
          </a:p>
          <a:p>
            <a:r>
              <a:t>，划定 agentic loop 的边界；</a:t>
            </a:r>
          </a:p>
          <a:p>
            <a:r>
              <a:t>沙盒</a:t>
            </a:r>
          </a:p>
          <a:p>
            <a:r>
              <a:t>，在隔离环境里执行，不误伤真实系统；</a:t>
            </a:r>
          </a:p>
          <a:p>
            <a:r>
              <a:t>工具</a:t>
            </a:r>
          </a:p>
          <a:p>
            <a:r>
              <a:t>，文件工具加 Memory、Skills 随取随用。</a:t>
            </a:r>
          </a:p>
          <a:p>
            <a:r>
              <a:t>⏸ 停 2 秒</a:t>
            </a:r>
          </a:p>
          <a:p>
            <a:r>
              <a:t>装上这套，Copilot Studio 就</a:t>
            </a:r>
          </a:p>
          <a:p>
            <a:r>
              <a:t>能接长流程、跑错能自己恢复、工具一次挑对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这里再强调一次，因为最容易误解：</a:t>
            </a:r>
          </a:p>
          <a:p>
            <a:r>
              <a:t>harness 不是另一个要买的产品</a:t>
            </a:r>
          </a:p>
          <a:p>
            <a:r>
              <a:t>，它是 Studio 内部换上的引擎。</a:t>
            </a:r>
          </a:p>
          <a:p>
            <a:r>
              <a:t>引擎更强，平台能接的业务就更复杂</a:t>
            </a:r>
          </a:p>
          <a:p>
            <a:r>
              <a:t>，仅此而已。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08B · 55 秒 · 按公认定义比</a:t>
            </a:r>
          </a:p>
          <a:p/>
          <a:p>
            <a:r>
              <a:t>讲完 harness 是什么，自然要问：</a:t>
            </a:r>
          </a:p>
          <a:p>
            <a:r>
              <a:t>别人的 harness 呢？</a:t>
            </a:r>
          </a:p>
          <a:p>
            <a:r>
              <a:t>⏸ 停 2 秒</a:t>
            </a:r>
          </a:p>
          <a:p>
            <a:r>
              <a:t>比之前先说清楚</a:t>
            </a:r>
          </a:p>
          <a:p>
            <a:r>
              <a:t>拿什么标准比</a:t>
            </a:r>
          </a:p>
          <a:p>
            <a:r>
              <a:t>。这不是我编的框架——</a:t>
            </a:r>
          </a:p>
          <a:p>
            <a:r>
              <a:t>Anthropic 官方给过定义</a:t>
            </a:r>
          </a:p>
          <a:p>
            <a:r>
              <a:t>：harness 是模型外面的软件脚手架，就四样东西：</a:t>
            </a:r>
          </a:p>
          <a:p>
            <a:r>
              <a:t>循环、工具、上下文管理、护栏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他们还有一句话特别好懂：</a:t>
            </a:r>
          </a:p>
          <a:p>
            <a:r>
              <a:t>Claude Code 是 harness，Claude 是里面的模型</a:t>
            </a:r>
          </a:p>
          <a:p>
            <a:r>
              <a:t>。对照过来就是——</a:t>
            </a:r>
          </a:p>
          <a:p>
            <a:r>
              <a:t>Copilot Studio 是平台，GitHub Copilot harness 是 harness，GPT-5 是里面的模型</a:t>
            </a:r>
          </a:p>
          <a:p>
            <a:r>
              <a:t>。</a:t>
            </a:r>
          </a:p>
          <a:p>
            <a:r>
              <a:t>⏸ 停 3 秒</a:t>
            </a:r>
          </a:p>
          <a:p>
            <a:r>
              <a:t>照这四条挨个看。</a:t>
            </a:r>
          </a:p>
          <a:p>
            <a:r>
              <a:t>第一条循环、第三条上下文管理，四家做法几乎一样</a:t>
            </a:r>
          </a:p>
          <a:p>
            <a:r>
              <a:t>，没什么好比的。</a:t>
            </a:r>
          </a:p>
          <a:p>
            <a:r>
              <a:t>⏸ 停 2 秒</a:t>
            </a:r>
          </a:p>
          <a:p>
            <a:r>
              <a:t>分野全在</a:t>
            </a:r>
          </a:p>
          <a:p>
            <a:r>
              <a:t>第二条和第四条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第二条，工具是给谁准备的。</a:t>
            </a:r>
          </a:p>
          <a:p>
            <a:r>
              <a:t>他们的工具是</a:t>
            </a:r>
          </a:p>
          <a:p>
            <a:r>
              <a:t>一台开发机</a:t>
            </a:r>
          </a:p>
          <a:p>
            <a:r>
              <a:t>——读写文件、跑命令、搜代码。我们的工具是</a:t>
            </a:r>
          </a:p>
          <a:p>
            <a:r>
              <a:t>一套业务系统</a:t>
            </a:r>
          </a:p>
          <a:p>
            <a:r>
              <a:t>——建改 Word、Excel、发票 PDF，调业务系统，还能操作那些</a:t>
            </a:r>
          </a:p>
          <a:p>
            <a:r>
              <a:t>压根没有 API 的老界面</a:t>
            </a:r>
          </a:p>
          <a:p>
            <a:r>
              <a:t>。</a:t>
            </a:r>
          </a:p>
          <a:p>
            <a:r>
              <a:t>⏸ 停 3 秒</a:t>
            </a:r>
          </a:p>
          <a:p>
            <a:r>
              <a:t>第四条，护栏谁来扛。</a:t>
            </a:r>
          </a:p>
          <a:p>
            <a:r>
              <a:t>他们是开发者自己批、自己搭沙箱、自己运维；我们是</a:t>
            </a:r>
          </a:p>
          <a:p>
            <a:r>
              <a:t>微软托管的沙箱，走组织身份，统一管控</a:t>
            </a:r>
          </a:p>
          <a:p>
            <a:r>
              <a:t>。</a:t>
            </a:r>
          </a:p>
          <a:p>
            <a:r>
              <a:t>⏸ 停 3 秒</a:t>
            </a:r>
          </a:p>
          <a:p>
            <a:r>
              <a:t>所以</a:t>
            </a:r>
          </a:p>
          <a:p>
            <a:r>
              <a:t>不是谁功能多</a:t>
            </a:r>
          </a:p>
          <a:p>
            <a:r>
              <a:t>——四件套大家都齐。是</a:t>
            </a:r>
          </a:p>
          <a:p>
            <a:r>
              <a:t>为谁准备的</a:t>
            </a:r>
          </a:p>
          <a:p>
            <a:r>
              <a:t>：</a:t>
            </a:r>
          </a:p>
          <a:p>
            <a:r>
              <a:t>要动代码找他们，要动业务单据找我们。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08C · 55 秒 · 旧引擎 vs 新引擎</a:t>
            </a:r>
          </a:p>
          <a:p/>
          <a:p>
            <a:r>
              <a:t>这里要先纠正一个常见误解：</a:t>
            </a:r>
          </a:p>
          <a:p>
            <a:r>
              <a:t>不是以前没有 harness、现在才有。</a:t>
            </a:r>
          </a:p>
          <a:p>
            <a:r>
              <a:t>⏸ 停 2 秒</a:t>
            </a:r>
          </a:p>
          <a:p>
            <a:r>
              <a:t>Copilot Studio 一直都有 harness</a:t>
            </a:r>
          </a:p>
          <a:p>
            <a:r>
              <a:t>，旧的那台叫</a:t>
            </a:r>
          </a:p>
          <a:p>
            <a:r>
              <a:t>Standard harness</a:t>
            </a:r>
          </a:p>
          <a:p>
            <a:r>
              <a:t>，而且</a:t>
            </a:r>
          </a:p>
          <a:p>
            <a:r>
              <a:t>现在也没下线</a:t>
            </a:r>
          </a:p>
          <a:p>
            <a:r>
              <a:t>——规则清楚、要求可预测的场景，照样用它，这不是淘汰关系。</a:t>
            </a:r>
          </a:p>
          <a:p>
            <a:r>
              <a:t>⏸ 停 3 秒</a:t>
            </a:r>
          </a:p>
          <a:p>
            <a:r>
              <a:t>所以这页把两台引擎</a:t>
            </a:r>
          </a:p>
          <a:p>
            <a:r>
              <a:t>逐项摆开</a:t>
            </a:r>
          </a:p>
          <a:p>
            <a:r>
              <a:t>。橙色标签是</a:t>
            </a:r>
          </a:p>
          <a:p>
            <a:r>
              <a:t>「替换」</a:t>
            </a:r>
          </a:p>
          <a:p>
            <a:r>
              <a:t>——同一件事换了做法；绿色标签是</a:t>
            </a:r>
          </a:p>
          <a:p>
            <a:r>
              <a:t>「新增」</a:t>
            </a:r>
          </a:p>
          <a:p>
            <a:r>
              <a:t>——旧引擎原本就没有。</a:t>
            </a:r>
          </a:p>
          <a:p>
            <a:r>
              <a:t>⏸ 停 2 秒</a:t>
            </a:r>
          </a:p>
          <a:p>
            <a:r>
              <a:t>先看</a:t>
            </a:r>
          </a:p>
          <a:p>
            <a:r>
              <a:t>替换的部分</a:t>
            </a:r>
          </a:p>
          <a:p>
            <a:r>
              <a:t>。旧引擎</a:t>
            </a:r>
          </a:p>
          <a:p>
            <a:r>
              <a:t>也会挑工具</a:t>
            </a:r>
          </a:p>
          <a:p>
            <a:r>
              <a:t>——它有 generative orchestration，能按描述选 topic 和工具，</a:t>
            </a:r>
          </a:p>
          <a:p>
            <a:r>
              <a:t>这点别说人家没有</a:t>
            </a:r>
          </a:p>
          <a:p>
            <a:r>
              <a:t>。真正的差别是：</a:t>
            </a:r>
          </a:p>
          <a:p>
            <a:r>
              <a:t>路得你先铺好</a:t>
            </a:r>
          </a:p>
          <a:p>
            <a:r>
              <a:t>，画 Topics 分支、配触发词；</a:t>
            </a:r>
          </a:p>
          <a:p>
            <a:r>
              <a:t>遇到没配过的情况，它就停在那儿</a:t>
            </a:r>
          </a:p>
          <a:p>
            <a:r>
              <a:t>。新引擎是你说目标，</a:t>
            </a:r>
          </a:p>
          <a:p>
            <a:r>
              <a:t>它自己拆步骤，错了自动换条路</a:t>
            </a:r>
          </a:p>
          <a:p>
            <a:r>
              <a:t>。</a:t>
            </a:r>
          </a:p>
          <a:p>
            <a:r>
              <a:t>⏸ 停 3 秒</a:t>
            </a:r>
          </a:p>
          <a:p>
            <a:r>
              <a:t>再看</a:t>
            </a:r>
          </a:p>
          <a:p>
            <a:r>
              <a:t>新增的四项</a:t>
            </a:r>
          </a:p>
          <a:p>
            <a:r>
              <a:t>，这些在官方对照表里旧引擎那一栏</a:t>
            </a:r>
          </a:p>
          <a:p>
            <a:r>
              <a:t>白纸黑字写着 Not a focus</a:t>
            </a:r>
          </a:p>
          <a:p>
            <a:r>
              <a:t>：</a:t>
            </a:r>
          </a:p>
          <a:p>
            <a:r>
              <a:t>⏸ 停 2 秒</a:t>
            </a:r>
          </a:p>
          <a:p>
            <a:r>
              <a:t>一，业务文件</a:t>
            </a:r>
          </a:p>
          <a:p>
            <a:r>
              <a:t>——Word、Excel、PPT、PDF 能直接建和改，以前只能当知识读一读。</a:t>
            </a:r>
          </a:p>
          <a:p>
            <a:r>
              <a:t>二，Memory</a:t>
            </a:r>
          </a:p>
          <a:p>
            <a:r>
              <a:t>——跨会话记得住。</a:t>
            </a:r>
          </a:p>
          <a:p>
            <a:r>
              <a:t>三，Skills</a:t>
            </a:r>
          </a:p>
          <a:p>
            <a:r>
              <a:t>——把老师傅的做法存下来复用。</a:t>
            </a:r>
          </a:p>
          <a:p>
            <a:r>
              <a:t>四，安全沙箱</a:t>
            </a:r>
          </a:p>
          <a:p>
            <a:r>
              <a:t>——每个任务隔离执行。</a:t>
            </a:r>
          </a:p>
          <a:p>
            <a:r>
              <a:t>⏸ 停 3 秒</a:t>
            </a:r>
          </a:p>
          <a:p>
            <a:r>
              <a:t>最后计费方式也换了：旧的按许可和消息，新的按 Copilot Credits 用量。</a:t>
            </a:r>
          </a:p>
          <a:p>
            <a:r>
              <a:t>⏸ 停 2 秒</a:t>
            </a:r>
          </a:p>
          <a:p>
            <a:r>
              <a:t>一句话收尾：</a:t>
            </a:r>
          </a:p>
          <a:p>
            <a:r>
              <a:t>旧引擎的本事是「你把路铺好，它稳稳地走」；新引擎是「你说目的地，它自己找路」。</a:t>
            </a:r>
          </a:p>
          <a:p>
            <a:r>
              <a:t>而</a:t>
            </a:r>
          </a:p>
          <a:p>
            <a:r>
              <a:t>平台那一层——连接器、知识、身份、治理——两条 harness 共用，完全没动。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55 秒 · 关键分流</a:t>
            </a:r>
          </a:p>
          <a:p/>
          <a:p>
            <a:r>
              <a:t>讲到这必须澄清一个最常见的误会：</a:t>
            </a:r>
          </a:p>
          <a:p>
            <a:r>
              <a:t>GitHub Copilot harness 没有取代 Standard harness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同一个 Studio 里，</a:t>
            </a:r>
          </a:p>
          <a:p>
            <a:r>
              <a:t>一个需求进来，分两条路走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左边这条，接</a:t>
            </a:r>
          </a:p>
          <a:p>
            <a:r>
              <a:t>规则清楚、路径固定</a:t>
            </a:r>
          </a:p>
          <a:p>
            <a:r>
              <a:t>的活。关键是</a:t>
            </a:r>
          </a:p>
          <a:p>
            <a:r>
              <a:t>它不跑推理，所以更快、结果可重复</a:t>
            </a:r>
          </a:p>
          <a:p>
            <a:r>
              <a:t>，特别适合合规场景。这里我特意加了一项：</a:t>
            </a:r>
          </a:p>
          <a:p>
            <a:r>
              <a:t>实时语音</a:t>
            </a:r>
          </a:p>
          <a:p>
            <a:r>
              <a:t>——低延迟的电话客服，恰恰不需要 AI 临场想。</a:t>
            </a:r>
          </a:p>
          <a:p>
            <a:r>
              <a:t>⏸ 停 2 秒</a:t>
            </a:r>
          </a:p>
          <a:p>
            <a:r>
              <a:t>右边这条，接</a:t>
            </a:r>
          </a:p>
          <a:p>
            <a:r>
              <a:t>复杂多变、要临场判断</a:t>
            </a:r>
          </a:p>
          <a:p>
            <a:r>
              <a:t>的活。而且注意，</a:t>
            </a:r>
          </a:p>
          <a:p>
            <a:r>
              <a:t>右边不是一个 Agent，是一个平台</a:t>
            </a:r>
          </a:p>
          <a:p>
            <a:r>
              <a:t>——Agent 管判断、Workflow 管执行、App 让人来批。</a:t>
            </a:r>
          </a:p>
          <a:p>
            <a:r>
              <a:t>⏸ 停 2 秒</a:t>
            </a:r>
          </a:p>
          <a:p>
            <a:r>
              <a:t>怎么选，一句话：</a:t>
            </a:r>
          </a:p>
          <a:p>
            <a:r>
              <a:t>流程固定要快要稳走左边；任务复杂要临场判断走右边</a:t>
            </a:r>
          </a:p>
          <a:p>
            <a:r>
              <a:t>。</a:t>
            </a:r>
          </a:p>
          <a:p>
            <a:r>
              <a:t>按任务挑，不是二选一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理清了 Studio 内部的分工，</a:t>
            </a:r>
          </a:p>
          <a:p>
            <a:r>
              <a:t>那它和你们已经在用的那些 Copilot 又是什么关系？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60 秒 · 分清两个名字</a:t>
            </a:r>
          </a:p>
          <a:p/>
          <a:p>
            <a:r>
              <a:t>这里要澄清另一个几乎每场都被问到的混淆：</a:t>
            </a:r>
          </a:p>
          <a:p>
            <a:r>
              <a:t>Microsoft Copilot 和 Copilot Studio 到底什么关系？</a:t>
            </a:r>
          </a:p>
          <a:p>
            <a:r>
              <a:t>⏸ 停 2 秒</a:t>
            </a:r>
          </a:p>
          <a:p>
            <a:r>
              <a:t>一句话区分：</a:t>
            </a:r>
          </a:p>
          <a:p>
            <a:r>
              <a:t>左边是买来就能用的成品，右边是你自己造 Copilot 的地方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左边</a:t>
            </a:r>
          </a:p>
          <a:p>
            <a:r>
              <a:t>Microsoft Copilot</a:t>
            </a:r>
          </a:p>
          <a:p>
            <a:r>
              <a:t>有两个形态。要结合几份材料快速拿结论，用</a:t>
            </a:r>
          </a:p>
          <a:p>
            <a:r>
              <a:t>chat</a:t>
            </a:r>
          </a:p>
          <a:p>
            <a:r>
              <a:t>；要把跨系统、多步骤的活整个托付出去，用</a:t>
            </a:r>
          </a:p>
          <a:p>
            <a:r>
              <a:t>Copilot Cowork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共同点是：</a:t>
            </a:r>
          </a:p>
          <a:p>
            <a:r>
              <a:t>功能微软定义好，按人头买，开箱即用，不需要建任何东西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但</a:t>
            </a:r>
          </a:p>
          <a:p>
            <a:r>
              <a:t>成品总有边界</a:t>
            </a:r>
          </a:p>
          <a:p>
            <a:r>
              <a:t>。</a:t>
            </a:r>
          </a:p>
          <a:p>
            <a:r>
              <a:t>当这件事只有你们公司才这么做的时候，成品就覆盖不到了</a:t>
            </a:r>
          </a:p>
          <a:p>
            <a:r>
              <a:t>——你们的审批规则、客户分级、SAP 字段，微软不可能预置。</a:t>
            </a:r>
          </a:p>
          <a:p>
            <a:r>
              <a:t>⏸ 停 2 秒</a:t>
            </a:r>
          </a:p>
          <a:p>
            <a:r>
              <a:t>这时候才轮到右边的</a:t>
            </a:r>
          </a:p>
          <a:p>
            <a:r>
              <a:t>Copilot Studio</a:t>
            </a:r>
          </a:p>
          <a:p>
            <a:r>
              <a:t>：</a:t>
            </a:r>
          </a:p>
          <a:p>
            <a:r>
              <a:t>业务逻辑、连哪些数据、谁有什么权限，全部由你定义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所以别把它们当成三个等级比高低。</a:t>
            </a:r>
          </a:p>
          <a:p>
            <a:r>
              <a:t>它们回答的是两个不同的问题</a:t>
            </a:r>
          </a:p>
          <a:p>
            <a:r>
              <a:t>：一个是「我想更快」，一个是「我要把公司的流程造出来」。</a:t>
            </a:r>
          </a:p>
          <a:p>
            <a:r>
              <a:t>⏸ 停 1 秒</a:t>
            </a:r>
          </a:p>
          <a:p>
            <a:r>
              <a:t>实际上，</a:t>
            </a:r>
          </a:p>
          <a:p>
            <a:r>
              <a:t>绝大多数客户是两边同时都有的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· Part 02 封面 · 10 秒</a:t>
            </a:r>
          </a:p>
          <a:p/>
          <a:p>
            <a:r>
              <a:t>第一段我们讲清楚了 harness 怎么分。</a:t>
            </a:r>
          </a:p>
          <a:p>
            <a:r>
              <a:t>⏸ 停 1 秒</a:t>
            </a:r>
          </a:p>
          <a:p>
            <a:r>
              <a:t>第二段</a:t>
            </a:r>
          </a:p>
          <a:p>
            <a:r>
              <a:t>把镜头拉远</a:t>
            </a:r>
          </a:p>
          <a:p>
            <a:r>
              <a:t>，看整个平台的全景——</a:t>
            </a:r>
          </a:p>
          <a:p>
            <a:r>
              <a:t>它自带哪些企业能力，模型和 Agent 从哪来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60 秒 · 四项自带能力</a:t>
            </a:r>
          </a:p>
          <a:p/>
          <a:p>
            <a:r>
              <a:t>全景其实就两层。</a:t>
            </a:r>
          </a:p>
          <a:p>
            <a:r>
              <a:t>⏸ 停 1 秒</a:t>
            </a:r>
          </a:p>
          <a:p>
            <a:r>
              <a:t>上面是</a:t>
            </a:r>
          </a:p>
          <a:p>
            <a:r>
              <a:t>三件套</a:t>
            </a:r>
          </a:p>
          <a:p>
            <a:r>
              <a:t>，解决「建什么」。下面这四项，才是我今天想强调的——</a:t>
            </a:r>
          </a:p>
          <a:p>
            <a:r>
              <a:t>它们不是你要另外去拼的东西，是平台天生自带的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Microsoft IQ</a:t>
            </a:r>
          </a:p>
          <a:p>
            <a:r>
              <a:t>：把公司自己的邮件、会议、文件和组织关系喂给每个 Agent。意味着</a:t>
            </a:r>
          </a:p>
          <a:p>
            <a:r>
              <a:t>Agent 知道「这件事在你们公司是怎么干的」</a:t>
            </a:r>
          </a:p>
          <a:p>
            <a:r>
              <a:t>，而不只是一个通用模型。</a:t>
            </a:r>
          </a:p>
          <a:p>
            <a:r>
              <a:t>⏸ 停 2 秒</a:t>
            </a:r>
          </a:p>
          <a:p>
            <a:r>
              <a:t>模型与 harness</a:t>
            </a:r>
          </a:p>
          <a:p>
            <a:r>
              <a:t>：各家最新的 frontier 模型平台帮你接好了，</a:t>
            </a:r>
          </a:p>
          <a:p>
            <a:r>
              <a:t>你不用管部署、配额和版本升级</a:t>
            </a:r>
          </a:p>
          <a:p>
            <a:r>
              <a:t>——这部分运维成本是真金白银。</a:t>
            </a:r>
          </a:p>
          <a:p>
            <a:r>
              <a:t>⏸ 停 2 秒</a:t>
            </a:r>
          </a:p>
          <a:p>
            <a:r>
              <a:t>Agent 365</a:t>
            </a:r>
          </a:p>
          <a:p>
            <a:r>
              <a:t>：全公司建了多少个 Agent、分别连了什么数据，</a:t>
            </a:r>
          </a:p>
          <a:p>
            <a:r>
              <a:t>可以盘点和审计</a:t>
            </a:r>
          </a:p>
          <a:p>
            <a:r>
              <a:t>；它们有身份、有权限，</a:t>
            </a:r>
          </a:p>
          <a:p>
            <a:r>
              <a:t>出事能随时收回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成本可控</a:t>
            </a:r>
          </a:p>
          <a:p>
            <a:r>
              <a:t>：环境级加 Agent 级双层额度，</a:t>
            </a:r>
          </a:p>
          <a:p>
            <a:r>
              <a:t>超限自动告警或关停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我想强调的是：</a:t>
            </a:r>
          </a:p>
          <a:p>
            <a:r>
              <a:t>这四项不需要你另外采购、另外集成，也不会因为换了 harness 就再收你一遍钱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这才是它跟一个单纯 Agent 工具的真正区别。</a:t>
            </a:r>
          </a:p>
          <a:p>
            <a:r>
              <a:t>⏸ 停 2 秒</a:t>
            </a:r>
          </a:p>
          <a:p>
            <a:r>
              <a:t>说到模型——</a:t>
            </a:r>
          </a:p>
          <a:p>
            <a:r>
              <a:t>那模型到底从哪来？能不能用我们自己的？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55 秒 · 高频提问点</a:t>
            </a:r>
          </a:p>
          <a:p/>
          <a:p>
            <a:r>
              <a:t>这一页专门回答那个问题，</a:t>
            </a:r>
          </a:p>
          <a:p>
            <a:r>
              <a:t>答案要分两层说，说错了会误导客户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左边，</a:t>
            </a:r>
          </a:p>
          <a:p>
            <a:r>
              <a:t>Agent 这一层用平台内置的 frontier 模型</a:t>
            </a:r>
          </a:p>
          <a:p>
            <a:r>
              <a:t>——GPT-5 系列、Claude、</a:t>
            </a:r>
          </a:p>
          <a:p>
            <a:r>
              <a:t>xAI 的 Grok</a:t>
            </a:r>
          </a:p>
          <a:p>
            <a:r>
              <a:t>、Mistral，</a:t>
            </a:r>
          </a:p>
          <a:p>
            <a:r>
              <a:t>下拉框直接选，换模型不用重建 Agent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而且不用自己调参，</a:t>
            </a:r>
          </a:p>
          <a:p>
            <a:r>
              <a:t>按任务性质挑就行</a:t>
            </a:r>
          </a:p>
          <a:p>
            <a:r>
              <a:t>：日常问答用 General，多步推理用 Deep，拿不准就 Auto。</a:t>
            </a:r>
          </a:p>
          <a:p>
            <a:r>
              <a:t>⏸ 停 2 秒</a:t>
            </a:r>
          </a:p>
          <a:p>
            <a:r>
              <a:t>右边，</a:t>
            </a:r>
          </a:p>
          <a:p>
            <a:r>
              <a:t>Workflow 这一层可以往外接</a:t>
            </a:r>
          </a:p>
          <a:p>
            <a:r>
              <a:t>。自己微调的模型、Foundry 目录里的 Llama 和 DeepSeek，或者已经建好的 1P、3P Agent 和 MCP 工具——</a:t>
            </a:r>
          </a:p>
          <a:p>
            <a:r>
              <a:t>在 Workflow 里当成一个节点调用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所以完整的回答是：</a:t>
            </a:r>
          </a:p>
          <a:p>
            <a:r>
              <a:t>能，但落在 Workflow 层</a:t>
            </a:r>
          </a:p>
          <a:p>
            <a:r>
              <a:t>。Agent 层保持内置，</a:t>
            </a:r>
          </a:p>
          <a:p>
            <a:r>
              <a:t>是为了帮你省掉模型运维的负担</a:t>
            </a:r>
          </a:p>
          <a:p>
            <a:r>
              <a:t>，两层配合起来</a:t>
            </a:r>
          </a:p>
          <a:p>
            <a:r>
              <a:t>并没有锁死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最后这一条我觉得最容易被低估：</a:t>
            </a:r>
          </a:p>
          <a:p>
            <a:r>
              <a:t>不管你选哪个模型，计费口径都是同一套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统一按 Copilot Credits 结算</a:t>
            </a:r>
          </a:p>
          <a:p>
            <a:r>
              <a:t>——不需要各家分别开账号、分别谈价、分别对账。</a:t>
            </a:r>
          </a:p>
          <a:p>
            <a:r>
              <a:t>换模型只影响单价，不改变你的采购和分账方式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· Part 03 封面 · 10 秒</a:t>
            </a:r>
          </a:p>
          <a:p/>
          <a:p>
            <a:r>
              <a:t>平台全景说完了。</a:t>
            </a:r>
          </a:p>
          <a:p>
            <a:r>
              <a:t>⏸ 停 1 秒</a:t>
            </a:r>
          </a:p>
          <a:p>
            <a:r>
              <a:t>第三段</a:t>
            </a:r>
          </a:p>
          <a:p>
            <a:r>
              <a:t>落到具体</a:t>
            </a:r>
          </a:p>
          <a:p>
            <a:r>
              <a:t>——三件套这次各自新增了什么本事。顺序是：</a:t>
            </a:r>
          </a:p>
          <a:p>
            <a:r>
              <a:t>先 Agent，再 App，最后 Workflow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60 秒 · 重点在下游</a:t>
            </a:r>
          </a:p>
          <a:p/>
          <a:p>
            <a:r>
              <a:t>先说 Agent 的</a:t>
            </a:r>
          </a:p>
          <a:p>
            <a:r>
              <a:t>Files</a:t>
            </a:r>
          </a:p>
          <a:p>
            <a:r>
              <a:t>能力。左边四项，</a:t>
            </a:r>
          </a:p>
          <a:p>
            <a:r>
              <a:t>都已经 GA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原生生成 Word、Excel、PPT、PDF；大文件一次读完；多份放一起比对；解析结果直接传给下一个 Agent。</a:t>
            </a:r>
          </a:p>
          <a:p>
            <a:r>
              <a:t>⏸ 停 2 秒</a:t>
            </a:r>
          </a:p>
          <a:p>
            <a:r>
              <a:t>右边是真实界面：</a:t>
            </a:r>
          </a:p>
          <a:p>
            <a:r>
              <a:t>一份 140 页招标文件，被自动拆成 9 大模块、198 条发现</a:t>
            </a:r>
          </a:p>
          <a:p>
            <a:r>
              <a:t>，每条都挂着风险标签。</a:t>
            </a:r>
          </a:p>
          <a:p>
            <a:r>
              <a:t>⏸ 停 2 秒</a:t>
            </a:r>
          </a:p>
          <a:p>
            <a:r>
              <a:t>但我不希望这一页只被记成「它能读文件」——</a:t>
            </a:r>
          </a:p>
          <a:p>
            <a:r>
              <a:t>能读文件，市面上已经不稀奇了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真正的差别在下面这条链：</a:t>
            </a:r>
          </a:p>
          <a:p>
            <a:r>
              <a:t>文件进来、Agent 读并判断、Workflow 写进系统、App 让人拍板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你看第三步和第四步——</a:t>
            </a:r>
          </a:p>
          <a:p>
            <a:r>
              <a:t>回写 SAP 或 Dataverse、发起审批、让人只看异常项点确认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如果只做到「读懂」，产出还是一段</a:t>
            </a:r>
          </a:p>
          <a:p>
            <a:r>
              <a:t>要人复制粘贴到系统里的文字</a:t>
            </a:r>
          </a:p>
          <a:p>
            <a:r>
              <a:t>，省下来的只是阅读时间；</a:t>
            </a:r>
          </a:p>
          <a:p>
            <a:r>
              <a:t>接上 Workflow 和 App，它才真正接管了一整段流程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这也是我们把 Files 做成一等公民的原因——</a:t>
            </a:r>
          </a:p>
          <a:p>
            <a:r>
              <a:t>文件通常是业务流程的起点，起点接不住，后面整条链都串不起来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35 秒 · 价值落点</a:t>
            </a:r>
          </a:p>
          <a:p/>
          <a:p>
            <a:r>
              <a:t>再往前一步。刚才是一份，</a:t>
            </a:r>
          </a:p>
          <a:p>
            <a:r>
              <a:t>这张是多份标书一起比</a:t>
            </a:r>
          </a:p>
          <a:p>
            <a:r>
              <a:t>——</a:t>
            </a:r>
          </a:p>
          <a:p>
            <a:r>
              <a:t>高风险项和置信度一屏看全，直接排好优先级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价值在哪？</a:t>
            </a:r>
          </a:p>
          <a:p>
            <a:r>
              <a:t>过去这一步要法务或售前逐页人肉啃，一份标书两三天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现在 Agent 先把风险项挑出来排好序，</a:t>
            </a:r>
          </a:p>
          <a:p>
            <a:r>
              <a:t>人只需要在一份已经收敛的清单上做判断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它没有取代人做决定，它取代的是「翻到第几页」这件事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· 35 秒 · 底层机制</a:t>
            </a:r>
          </a:p>
          <a:p/>
          <a:p>
            <a:r>
              <a:t>那 Agent 凭什么能这样一步步做下来？靠的是</a:t>
            </a:r>
          </a:p>
          <a:p>
            <a:r>
              <a:t>agentic loop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四个动作：</a:t>
            </a:r>
          </a:p>
          <a:p>
            <a:r>
              <a:t>自己规划步骤</a:t>
            </a:r>
          </a:p>
          <a:p>
            <a:r>
              <a:t>，拿到任务先想清楚要几步；</a:t>
            </a:r>
          </a:p>
          <a:p>
            <a:r>
              <a:t>工具挑得更准</a:t>
            </a:r>
          </a:p>
          <a:p>
            <a:r>
              <a:t>，选哪个、参数怎么填都比以前准；</a:t>
            </a:r>
          </a:p>
          <a:p>
            <a:r>
              <a:t>递归执行到完成</a:t>
            </a:r>
          </a:p>
          <a:p>
            <a:r>
              <a:t>，一轮不够就再来一轮，拿到中间结果继续推进。</a:t>
            </a:r>
          </a:p>
          <a:p>
            <a:r>
              <a:t>⏸ 停 2 秒</a:t>
            </a:r>
          </a:p>
          <a:p>
            <a:r>
              <a:t>第四个是 Preview 阶段的</a:t>
            </a:r>
          </a:p>
          <a:p>
            <a:r>
              <a:t>Hooks</a:t>
            </a:r>
          </a:p>
          <a:p>
            <a:r>
              <a:t>——</a:t>
            </a:r>
          </a:p>
          <a:p>
            <a:r>
              <a:t>你可以在关键节点插入自己的校验、日志或安全扫描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这一条对合规要求高的客户很重要，</a:t>
            </a:r>
          </a:p>
          <a:p>
            <a:r>
              <a:t>意味着这个 loop 不是黑盒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Agent 说完了，看 App。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· 40 秒 · 一句话生成</a:t>
            </a:r>
          </a:p>
          <a:p/>
          <a:p>
            <a:r>
              <a:t>App 这次的变化很直接：</a:t>
            </a:r>
          </a:p>
          <a:p>
            <a:r>
              <a:t>说一句话，生成一个能用的应用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「帮我建一个入职引导 App」——</a:t>
            </a:r>
          </a:p>
          <a:p>
            <a:r>
              <a:t>屏幕、数据、逻辑一起生成，一分多钟出结果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但重点不是快，是</a:t>
            </a:r>
          </a:p>
          <a:p>
            <a:r>
              <a:t>它懂你的公司</a:t>
            </a:r>
          </a:p>
          <a:p>
            <a:r>
              <a:t>：通过 Work IQ 拿到组织的人、内容和流程上下文，</a:t>
            </a:r>
          </a:p>
          <a:p>
            <a:r>
              <a:t>不是一个空壳模板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而且它</a:t>
            </a:r>
          </a:p>
          <a:p>
            <a:r>
              <a:t>连得上业务系统</a:t>
            </a:r>
          </a:p>
          <a:p>
            <a:r>
              <a:t>——Agent、Workflow、1,500 多个连接器，都能直接接。</a:t>
            </a:r>
          </a:p>
          <a:p>
            <a:r>
              <a:t>⏸ 停 2 秒</a:t>
            </a:r>
          </a:p>
          <a:p>
            <a:r>
              <a:t>最后看右图左下角，</a:t>
            </a:r>
          </a:p>
          <a:p>
            <a:r>
              <a:t>那里写着「用了 200 credits」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建完就知道花了多少</a:t>
            </a:r>
          </a:p>
          <a:p>
            <a:r>
              <a:t>——这一点等会儿讲计费的时候会再提到。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· 45 秒 · 确定 + 判断混编</a:t>
            </a:r>
          </a:p>
          <a:p/>
          <a:p>
            <a:r>
              <a:t>最后是 Workflow。这是一张</a:t>
            </a:r>
          </a:p>
          <a:p>
            <a:r>
              <a:t>真实的发票分类流程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跟着走一遍：发票邮件到达触发；</a:t>
            </a:r>
          </a:p>
          <a:p>
            <a:r>
              <a:t>Extract 从 PDF 里读金额、类别、日期</a:t>
            </a:r>
          </a:p>
          <a:p>
            <a:r>
              <a:t>；</a:t>
            </a:r>
          </a:p>
          <a:p>
            <a:r>
              <a:t>Classify 按金额与合规分三支</a:t>
            </a:r>
          </a:p>
          <a:p>
            <a:r>
              <a:t>。</a:t>
            </a:r>
          </a:p>
          <a:p>
            <a:r>
              <a:t>这两步每次都一模一样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然后是三个分支——合规的直接报、超标的转审批、缺票的发邮件请补。</a:t>
            </a:r>
          </a:p>
          <a:p>
            <a:r>
              <a:t>这三个判断，才交给 Agent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这就是那句话的含义：</a:t>
            </a:r>
          </a:p>
          <a:p>
            <a:r>
              <a:t>该固定的固定，该判断的才让 AI 判断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另外注意上面标的：</a:t>
            </a:r>
          </a:p>
          <a:p>
            <a:r>
              <a:t>节点可以单独测试，失败处可以 Resume</a:t>
            </a:r>
          </a:p>
          <a:p>
            <a:r>
              <a:t>——这两个能力，下一页展开讲。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· 70 秒 · 四种节点逐张登场</a:t>
            </a:r>
          </a:p>
          <a:p/>
          <a:p>
            <a:r>
              <a:t>这次新增四种节点。</a:t>
            </a:r>
          </a:p>
          <a:p>
            <a:r>
              <a:t>我不一次全铺给你</a:t>
            </a:r>
          </a:p>
          <a:p>
            <a:r>
              <a:t>——四张截图挤在一页，每张都小到看不清，等于没讲。</a:t>
            </a:r>
          </a:p>
          <a:p>
            <a:r>
              <a:t>⏸ 停 1 秒</a:t>
            </a:r>
          </a:p>
          <a:p>
            <a:r>
              <a:t>所以这页</a:t>
            </a:r>
          </a:p>
          <a:p>
            <a:r>
              <a:t>一次只放大一张</a:t>
            </a:r>
          </a:p>
          <a:p>
            <a:r>
              <a:t>，我按 ↓ 让它们一张一张叠上来。</a:t>
            </a:r>
          </a:p>
          <a:p>
            <a:r>
              <a:t>⏸ 停 2 秒</a:t>
            </a:r>
          </a:p>
          <a:p>
            <a:r>
              <a:t>现在是第一种，</a:t>
            </a:r>
          </a:p>
          <a:p>
            <a:r>
              <a:t>Extract 提取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看这张界面：</a:t>
            </a:r>
          </a:p>
          <a:p>
            <a:r>
              <a:t>左边扔进一个 PDF 发票，右边自动认出了发票号、日期、总金额、行项目</a:t>
            </a:r>
          </a:p>
          <a:p>
            <a:r>
              <a:t>，每个字段还标好了类型。</a:t>
            </a:r>
          </a:p>
          <a:p>
            <a:r>
              <a:t>过去这一步要写解析代码，现在它是流程里的一个节点</a:t>
            </a:r>
          </a:p>
          <a:p>
            <a:r>
              <a:t>。</a:t>
            </a:r>
          </a:p>
          <a:p>
            <a:r>
              <a:t>⏸ 停 3 秒 · 按 ↓</a:t>
            </a:r>
          </a:p>
          <a:p>
            <a:r>
              <a:t>第二种，</a:t>
            </a:r>
          </a:p>
          <a:p>
            <a:r>
              <a:t>Code 跑 Python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它解决的是</a:t>
            </a:r>
          </a:p>
          <a:p>
            <a:r>
              <a:t>低代码平台算不了的账</a:t>
            </a:r>
          </a:p>
          <a:p>
            <a:r>
              <a:t>——复杂计算、格式转换、自定义规则，</a:t>
            </a:r>
          </a:p>
          <a:p>
            <a:r>
              <a:t>不用为了这一步把整条流程搬去写代码</a:t>
            </a:r>
          </a:p>
          <a:p>
            <a:r>
              <a:t>。</a:t>
            </a:r>
          </a:p>
          <a:p>
            <a:r>
              <a:t>⏸ 停 3 秒 · 按 ↓</a:t>
            </a:r>
          </a:p>
          <a:p>
            <a:r>
              <a:t>第三种，</a:t>
            </a:r>
          </a:p>
          <a:p>
            <a:r>
              <a:t>Copilot Cowork 叫外援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流程里直接调用 Copilot Cowork，</a:t>
            </a:r>
          </a:p>
          <a:p>
            <a:r>
              <a:t>把跨应用的那段活整个托付出去</a:t>
            </a:r>
          </a:p>
          <a:p>
            <a:r>
              <a:t>，你不用把每个应用的每一步都画出来。</a:t>
            </a:r>
          </a:p>
          <a:p>
            <a:r>
              <a:t>⏸ 停 3 秒 · 按 ↓</a:t>
            </a:r>
          </a:p>
          <a:p>
            <a:r>
              <a:t>第四种，也是我个人最看重的——</a:t>
            </a:r>
          </a:p>
          <a:p>
            <a:r>
              <a:t>Resume 从错处接着跑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流程跑到第八步挂了，</a:t>
            </a:r>
          </a:p>
          <a:p>
            <a:r>
              <a:t>修好之后从第八步继续，前面七步不用重来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为什么最重要？因为</a:t>
            </a:r>
          </a:p>
          <a:p>
            <a:r>
              <a:t>长流程一定会失败</a:t>
            </a:r>
          </a:p>
          <a:p>
            <a:r>
              <a:t>——网络抖一下、系统超时、数据格式变了。</a:t>
            </a:r>
          </a:p>
          <a:p>
            <a:r>
              <a:t>如果每次失败都要整条重跑，流程越长就越不可用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能从断点续跑，长流程才真正敢上生产。</a:t>
            </a:r>
          </a:p>
          <a:p>
            <a:r>
              <a:t>⏸ 停 2 秒</a:t>
            </a:r>
          </a:p>
          <a:p>
            <a:r>
              <a:t>四个合起来解决同一件事：</a:t>
            </a:r>
          </a:p>
          <a:p>
            <a:r>
              <a:t>让确定流程也能吃下非结构化输入、扛得住复杂计算、接得住意外失败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那它和 Power Automate 到底怎么选？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· 60 秒 · 最容易被问住</a:t>
            </a:r>
          </a:p>
          <a:p/>
          <a:p>
            <a:r>
              <a:t>这是客户必问的一题，也是</a:t>
            </a:r>
          </a:p>
          <a:p>
            <a:r>
              <a:t>我们自己人最容易讲拧的一页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表格你们扫一眼就行，</a:t>
            </a:r>
          </a:p>
          <a:p>
            <a:r>
              <a:t>重点看「出错处理」这一行</a:t>
            </a:r>
          </a:p>
          <a:p>
            <a:r>
              <a:t>：</a:t>
            </a:r>
          </a:p>
          <a:p>
            <a:r>
              <a:t>Power Automate 整条重跑，Workflow 从失败那一步恢复</a:t>
            </a:r>
          </a:p>
          <a:p>
            <a:r>
              <a:t>。长流程里，这个差别非常要命。</a:t>
            </a:r>
          </a:p>
          <a:p>
            <a:r>
              <a:t>⏸ 停 2 秒</a:t>
            </a:r>
          </a:p>
          <a:p>
            <a:r>
              <a:t>下面三个顾虑，我们心里得有底。</a:t>
            </a:r>
          </a:p>
          <a:p>
            <a:r>
              <a:t>⏸ 停 1 秒</a:t>
            </a:r>
          </a:p>
          <a:p>
            <a:r>
              <a:t>顾虑一：这是不是要把客户的 Power Automate 投资否掉？</a:t>
            </a:r>
          </a:p>
          <a:p>
            <a:r>
              <a:t>不是，</a:t>
            </a:r>
          </a:p>
          <a:p>
            <a:r>
              <a:t>而且这句话必须主动说</a:t>
            </a:r>
          </a:p>
          <a:p>
            <a:r>
              <a:t>。客户过去建的流程</a:t>
            </a:r>
          </a:p>
          <a:p>
            <a:r>
              <a:t>一个都不用动</a:t>
            </a:r>
          </a:p>
          <a:p>
            <a:r>
              <a:t>；步骤固定、不需要 AI 判断的活，</a:t>
            </a:r>
          </a:p>
          <a:p>
            <a:r>
              <a:t>继续留给 Power Automate</a:t>
            </a:r>
          </a:p>
          <a:p>
            <a:r>
              <a:t>——它更成熟、连接器最多。</a:t>
            </a:r>
          </a:p>
          <a:p>
            <a:r>
              <a:t>⏸ 停 2 秒</a:t>
            </a:r>
          </a:p>
          <a:p>
            <a:r>
              <a:t>顾虑二：客户觉得又要多花一笔钱。</a:t>
            </a:r>
          </a:p>
          <a:p>
            <a:r>
              <a:t>关键在口径。</a:t>
            </a:r>
          </a:p>
          <a:p>
            <a:r>
              <a:t>不要说「换成 Workflow」，要说「在原来跑不通的那段上补一块」</a:t>
            </a:r>
          </a:p>
          <a:p>
            <a:r>
              <a:t>。客户真正付钱的，是那些</a:t>
            </a:r>
          </a:p>
          <a:p>
            <a:r>
              <a:t>以前根本自动化不了、只能人工干</a:t>
            </a:r>
          </a:p>
          <a:p>
            <a:r>
              <a:t>的环节。</a:t>
            </a:r>
          </a:p>
          <a:p>
            <a:r>
              <a:t>⏸ 停 2 秒</a:t>
            </a:r>
          </a:p>
          <a:p>
            <a:r>
              <a:t>顾虑三：那我以后到底用哪个？</a:t>
            </a:r>
          </a:p>
          <a:p>
            <a:r>
              <a:t>一句话：</a:t>
            </a:r>
          </a:p>
          <a:p>
            <a:r>
              <a:t>流程能画出来就用 Power Automate，画不出来才用 Workflow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最重要的一点：</a:t>
            </a:r>
          </a:p>
          <a:p>
            <a:r>
              <a:t>两者可以互相调用</a:t>
            </a:r>
          </a:p>
          <a:p>
            <a:r>
              <a:t>。</a:t>
            </a:r>
          </a:p>
          <a:p>
            <a:r>
              <a:t>不是二选一，是一条链上的两段分工。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· Part 04 封面 · 15 秒</a:t>
            </a:r>
          </a:p>
          <a:p/>
          <a:p>
            <a:r>
              <a:t>能力讲完了，最后一段谈</a:t>
            </a:r>
          </a:p>
          <a:p>
            <a:r>
              <a:t>成本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我不回避这一段。</a:t>
            </a:r>
          </a:p>
          <a:p>
            <a:r>
              <a:t>计费口径本身就是产品设计的一部分</a:t>
            </a:r>
          </a:p>
          <a:p>
            <a:r>
              <a:t>，讲清楚了，</a:t>
            </a:r>
          </a:p>
          <a:p>
            <a:r>
              <a:t>你们才能判断这件事值不值得做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顺序是四层：</a:t>
            </a:r>
          </a:p>
          <a:p>
            <a:r>
              <a:t>三条 harness 的差异 → 官方逐项明细 → 一次任务怎么算 → 怎么管住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先把结论放前面：</a:t>
            </a:r>
          </a:p>
          <a:p>
            <a:r>
              <a:t>你们现有的投资不受影响，新计费只针对新选择的能力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· 65 秒 · 官方明细</a:t>
            </a:r>
          </a:p>
          <a:p/>
          <a:p>
            <a:r>
              <a:t>这是官方明细的中文版，</a:t>
            </a:r>
          </a:p>
          <a:p>
            <a:r>
              <a:t>我原样搬过来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但看表之前，先把最要紧的一句说在前面：</a:t>
            </a:r>
          </a:p>
          <a:p>
            <a:r>
              <a:t>你们手上的 Copilot Studio License，功能没变，计费也没变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对应到表上就是左边两列——</a:t>
            </a:r>
          </a:p>
          <a:p>
            <a:r>
              <a:t>Chat 和 Standard，商业模式完全维持原样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第一组，</a:t>
            </a:r>
          </a:p>
          <a:p>
            <a:r>
              <a:t>建 Agent</a:t>
            </a:r>
          </a:p>
          <a:p>
            <a:r>
              <a:t>。请注意这一行：</a:t>
            </a:r>
          </a:p>
          <a:p>
            <a:r>
              <a:t>手动搭建，三条 harness 全都不计费</a:t>
            </a:r>
          </a:p>
          <a:p>
            <a:r>
              <a:t>。变的是下面三项——</a:t>
            </a:r>
          </a:p>
          <a:p>
            <a:r>
              <a:t>自然语言搭建、评估、测试面板，只有 GHCP 这一列按用量算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为什么？</a:t>
            </a:r>
          </a:p>
          <a:p>
            <a:r>
              <a:t>因为这三件事本身就在真实调用模型和工具，它是有算力成本的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第二组，</a:t>
            </a:r>
          </a:p>
          <a:p>
            <a:r>
              <a:t>跑 Agent</a:t>
            </a:r>
          </a:p>
          <a:p>
            <a:r>
              <a:t>。左边两列规则照旧；最右边不区分身份，</a:t>
            </a:r>
          </a:p>
          <a:p>
            <a:r>
              <a:t>一律按用量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第三组是</a:t>
            </a:r>
          </a:p>
          <a:p>
            <a:r>
              <a:t>配套能力</a:t>
            </a:r>
          </a:p>
          <a:p>
            <a:r>
              <a:t>，这组最容易被忽略：连接器、本地网关、Dataverse、管理中心——</a:t>
            </a:r>
          </a:p>
          <a:p>
            <a:r>
              <a:t>三条 harness 基本都不额外收费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也就是说，</a:t>
            </a:r>
          </a:p>
          <a:p>
            <a:r>
              <a:t>你为治理和集成付出的基础设施，不会因为换了 harness 就再收一遍钱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所以这张表的结论只有一句：</a:t>
            </a:r>
          </a:p>
          <a:p>
            <a:r>
              <a:t>旧的一切照旧，只有主动选了 GHCP 去干更复杂的活，才引入按用量计费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· 60 秒 · 四因素与 ROI</a:t>
            </a:r>
          </a:p>
          <a:p/>
          <a:p>
            <a:r>
              <a:t>四个因素展开讲。</a:t>
            </a:r>
          </a:p>
          <a:p>
            <a:r>
              <a:t>⏸ 停 1 秒</a:t>
            </a:r>
          </a:p>
          <a:p>
            <a:r>
              <a:t>Models</a:t>
            </a:r>
          </a:p>
          <a:p>
            <a:r>
              <a:t>，调了几次模型、用的哪个；</a:t>
            </a:r>
          </a:p>
          <a:p>
            <a:r>
              <a:t>Context</a:t>
            </a:r>
          </a:p>
          <a:p>
            <a:r>
              <a:t>，检索了多少组织数据；</a:t>
            </a:r>
          </a:p>
          <a:p>
            <a:r>
              <a:t>Tools</a:t>
            </a:r>
          </a:p>
          <a:p>
            <a:r>
              <a:t>，真正做了几次动作；</a:t>
            </a:r>
          </a:p>
          <a:p>
            <a:r>
              <a:t>Runtime</a:t>
            </a:r>
          </a:p>
          <a:p>
            <a:r>
              <a:t>，跑了多久、迭代了几轮。</a:t>
            </a:r>
          </a:p>
          <a:p>
            <a:r>
              <a:t>⏸ 停 2 秒</a:t>
            </a:r>
          </a:p>
          <a:p>
            <a:r>
              <a:t>拿下面这个例子感受一下——一次</a:t>
            </a:r>
          </a:p>
          <a:p>
            <a:r>
              <a:t>发票稽核</a:t>
            </a:r>
          </a:p>
          <a:p>
            <a:r>
              <a:t>：调模型 3 次、检索政策与历史、查采购单加写审批 2 次动作、拆 4 步迭代到完成。</a:t>
            </a:r>
          </a:p>
          <a:p>
            <a:r>
              <a:t>四项相加，就是这一单的 Credits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但我真正想说的不是算法，</a:t>
            </a:r>
          </a:p>
          <a:p>
            <a:r>
              <a:t>而是这种算法带来了什么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第一，</a:t>
            </a:r>
          </a:p>
          <a:p>
            <a:r>
              <a:t>成本和价值是对齐的</a:t>
            </a:r>
          </a:p>
          <a:p>
            <a:r>
              <a:t>。简单任务扣得少、复杂任务扣得多——</a:t>
            </a:r>
          </a:p>
          <a:p>
            <a:r>
              <a:t>按真实工作量收，你不会为不用的人付钱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第二，</a:t>
            </a:r>
          </a:p>
          <a:p>
            <a:r>
              <a:t>它让你能先小后大</a:t>
            </a:r>
          </a:p>
          <a:p>
            <a:r>
              <a:t>。不用一上来就为全公司买一大笔许可，</a:t>
            </a:r>
          </a:p>
          <a:p>
            <a:r>
              <a:t>先拿一个场景跑一个月</a:t>
            </a:r>
          </a:p>
          <a:p>
            <a:r>
              <a:t>，看清实际消耗，</a:t>
            </a:r>
          </a:p>
          <a:p>
            <a:r>
              <a:t>算出它到底省了多少人工</a:t>
            </a:r>
          </a:p>
          <a:p>
            <a:r>
              <a:t>，再决定推不推开。</a:t>
            </a:r>
          </a:p>
          <a:p>
            <a:r>
              <a:t>⏸ 停 1 秒</a:t>
            </a:r>
          </a:p>
          <a:p>
            <a:r>
              <a:t>这对采购是好事——</a:t>
            </a:r>
          </a:p>
          <a:p>
            <a:r>
              <a:t>ROI 是算得出来的，不是拍脑袋的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第三，</a:t>
            </a:r>
          </a:p>
          <a:p>
            <a:r>
              <a:t>它把优化的主动权交给了你</a:t>
            </a:r>
          </a:p>
          <a:p>
            <a:r>
              <a:t>。四个因素都看得见，所以你可以主动调：简单场景换便宜模型、能写死的步骤从 Agent 挪到 Workflow。</a:t>
            </a:r>
          </a:p>
          <a:p>
            <a:r>
              <a:t>这些优化直接变成钱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所以我的看法是：</a:t>
            </a:r>
          </a:p>
          <a:p>
            <a:r>
              <a:t>按用量计费不是一个要接受的代价，它本身就是一个控成本的工具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当然前提是</a:t>
            </a:r>
          </a:p>
          <a:p>
            <a:r>
              <a:t>得管得住</a:t>
            </a:r>
          </a:p>
          <a:p>
            <a:r>
              <a:t>——下一页就是管的办法。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· 60 秒 · 三层闸门</a:t>
            </a:r>
          </a:p>
          <a:p/>
          <a:p>
            <a:r>
              <a:t>讲到这儿，一定有人心里在想：</a:t>
            </a:r>
          </a:p>
          <a:p>
            <a:r>
              <a:t>那会不会用着用着就失控了？</a:t>
            </a:r>
          </a:p>
          <a:p>
            <a:r>
              <a:t>⏸ 停 3 秒 · 让这个担心浮出来</a:t>
            </a:r>
          </a:p>
          <a:p>
            <a:r>
              <a:t>这页就是答案——</a:t>
            </a:r>
          </a:p>
          <a:p>
            <a:r>
              <a:t>三层闸门，从左到右一层层收口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第一层，租户级 Credit 池</a:t>
            </a:r>
          </a:p>
          <a:p>
            <a:r>
              <a:t>，全公司共用一个盘子。买法三种：预付买断、PAYG 按量、或者混合。这一层解决</a:t>
            </a:r>
          </a:p>
          <a:p>
            <a:r>
              <a:t>总量有多大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第二层，环境级预留</a:t>
            </a:r>
          </a:p>
          <a:p>
            <a:r>
              <a:t>。给部门或项目圈一块容量，</a:t>
            </a:r>
          </a:p>
          <a:p>
            <a:r>
              <a:t>圈完就隔离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中间这张是</a:t>
            </a:r>
          </a:p>
          <a:p>
            <a:r>
              <a:t>真实界面，可以点开放大</a:t>
            </a:r>
          </a:p>
          <a:p>
            <a:r>
              <a:t>：分配多少、耗尽后是继续抽还是转 PAYG、要不要告警——</a:t>
            </a:r>
          </a:p>
          <a:p>
            <a:r>
              <a:t>三个开关都在这一屏</a:t>
            </a:r>
          </a:p>
          <a:p>
            <a:r>
              <a:t>。这一层解决</a:t>
            </a:r>
          </a:p>
          <a:p>
            <a:r>
              <a:t>部门之间不互相吞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第三层，Agent 级上限</a:t>
            </a:r>
          </a:p>
          <a:p>
            <a:r>
              <a:t>。右边也是真实界面：</a:t>
            </a:r>
          </a:p>
          <a:p>
            <a:r>
              <a:t>月度上限、80% 先通知、到顶自动停用</a:t>
            </a:r>
          </a:p>
          <a:p>
            <a:r>
              <a:t>。这一层解决</a:t>
            </a:r>
          </a:p>
          <a:p>
            <a:r>
              <a:t>单个 Agent 不失控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一句话记住：</a:t>
            </a:r>
          </a:p>
          <a:p>
            <a:r>
              <a:t>租户层定总量、环境层定归属、Agent 层定单点上限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但这里有个坑必须提醒：</a:t>
            </a:r>
          </a:p>
          <a:p>
            <a:r>
              <a:t>Agent 限额只管单个 Agent，管不住环境总量</a:t>
            </a:r>
          </a:p>
          <a:p>
            <a:r>
              <a:t>。一个人建十个 Agent，每个都没超限，</a:t>
            </a:r>
          </a:p>
          <a:p>
            <a:r>
              <a:t>环境照样爆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而且还有一个更大的变化，很多人还没意识到——</a:t>
            </a:r>
          </a:p>
          <a:p>
            <a:r>
              <a:t>不用等上线，建的时候就已经在花钱了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· 70 秒 · 最容易被忽略的变化</a:t>
            </a:r>
          </a:p>
          <a:p/>
          <a:p>
            <a:r>
              <a:t>这一页我认为是</a:t>
            </a:r>
          </a:p>
          <a:p>
            <a:r>
              <a:t>本次发布里最容易被忽略、但一定会让 IT 措手不及的一条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看左边：</a:t>
            </a:r>
          </a:p>
          <a:p>
            <a:r>
              <a:t>以前，Agent 要发布到生产才产生消耗</a:t>
            </a:r>
          </a:p>
          <a:p>
            <a:r>
              <a:t>——没上线就等于不花钱。</a:t>
            </a:r>
          </a:p>
          <a:p>
            <a:r>
              <a:t>⏸ 停 1 秒</a:t>
            </a:r>
          </a:p>
          <a:p>
            <a:r>
              <a:t>现在不一样了。</a:t>
            </a:r>
          </a:p>
          <a:p>
            <a:r>
              <a:t>在 GHCP harness 上，</a:t>
            </a:r>
          </a:p>
          <a:p>
            <a:r>
              <a:t>maker 搭建、预览、评估的时候就已经在消耗</a:t>
            </a:r>
          </a:p>
          <a:p>
            <a:r>
              <a:t>。也就是说——</a:t>
            </a:r>
          </a:p>
          <a:p>
            <a:r>
              <a:t>一个纯探索的环境，可能从来没发布过任何东西，账单已经在走了</a:t>
            </a:r>
          </a:p>
          <a:p>
            <a:r>
              <a:t>。</a:t>
            </a:r>
          </a:p>
          <a:p>
            <a:r>
              <a:t>⏸ 停 3 秒 · 让这句话落地</a:t>
            </a:r>
          </a:p>
          <a:p>
            <a:r>
              <a:t>但请注意口径，</a:t>
            </a:r>
          </a:p>
          <a:p>
            <a:r>
              <a:t>别把客户吓到</a:t>
            </a:r>
          </a:p>
          <a:p>
            <a:r>
              <a:t>：</a:t>
            </a:r>
          </a:p>
          <a:p>
            <a:r>
              <a:t>手动配置是不计费的</a:t>
            </a:r>
          </a:p>
          <a:p>
            <a:r>
              <a:t>；</a:t>
            </a:r>
          </a:p>
          <a:p>
            <a:r>
              <a:t>只有自然语言构建、评估、测试面板这三件事会消耗</a:t>
            </a:r>
          </a:p>
          <a:p>
            <a:r>
              <a:t>，因为它们真的在调模型。</a:t>
            </a:r>
          </a:p>
          <a:p>
            <a:r>
              <a:t>⏸ 停 2 秒</a:t>
            </a:r>
          </a:p>
          <a:p>
            <a:r>
              <a:t>那怎么管？官方给了五步。</a:t>
            </a:r>
          </a:p>
          <a:p>
            <a:r>
              <a:t>⏸ 停 1 秒</a:t>
            </a:r>
          </a:p>
          <a:p>
            <a:r>
              <a:t>第一步，先找出来</a:t>
            </a:r>
          </a:p>
          <a:p>
            <a:r>
              <a:t>——用 Inventory 查 GHCP 的 Agent，标识是</a:t>
            </a:r>
          </a:p>
          <a:p>
            <a:r>
              <a:t>isCLIAgent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第二步，分两类</a:t>
            </a:r>
          </a:p>
          <a:p>
            <a:r>
              <a:t>——「开发探索」和「有预算的生产」。这一步是关键：</a:t>
            </a:r>
          </a:p>
          <a:p>
            <a:r>
              <a:t>控件是同一套，但用法完全不同</a:t>
            </a:r>
          </a:p>
          <a:p>
            <a:r>
              <a:t>，开发要的是</a:t>
            </a:r>
          </a:p>
          <a:p>
            <a:r>
              <a:t>一条边界</a:t>
            </a:r>
          </a:p>
          <a:p>
            <a:r>
              <a:t>，生产要的是</a:t>
            </a:r>
          </a:p>
          <a:p>
            <a:r>
              <a:t>成本归属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第三步，给开发环境划边界</a:t>
            </a:r>
          </a:p>
          <a:p>
            <a:r>
              <a:t>——分配有限容量，</a:t>
            </a:r>
          </a:p>
          <a:p>
            <a:r>
              <a:t>并且一定要关掉「从租户池抽」</a:t>
            </a:r>
          </a:p>
          <a:p>
            <a:r>
              <a:t>。这条最容易漏，</a:t>
            </a:r>
          </a:p>
          <a:p>
            <a:r>
              <a:t>不关的话限额设了也没用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第四步，给每个 Agent 设默认限额，并主动通知所有者</a:t>
            </a:r>
          </a:p>
          <a:p>
            <a:r>
              <a:t>。为什么强调通知？因为</a:t>
            </a:r>
          </a:p>
          <a:p>
            <a:r>
              <a:t>内置告警只发给管理员，不一定发到建的人手上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第五步，定期巡检</a:t>
            </a:r>
          </a:p>
          <a:p>
            <a:r>
              <a:t>——</a:t>
            </a:r>
          </a:p>
          <a:p>
            <a:r>
              <a:t>新建环境可能默认就开着「从租户池抽」</a:t>
            </a:r>
          </a:p>
          <a:p>
            <a:r>
              <a:t>，老环境配置也会漂移。</a:t>
            </a:r>
          </a:p>
          <a:p>
            <a:r>
              <a:t>⏸ 停 2 秒</a:t>
            </a:r>
          </a:p>
          <a:p>
            <a:r>
              <a:t>最后，右下角这个链接是</a:t>
            </a:r>
          </a:p>
          <a:p>
            <a:r>
              <a:t>官方治理指南</a:t>
            </a:r>
          </a:p>
          <a:p>
            <a:r>
              <a:t>，里面有完整的 API 示例。</a:t>
            </a:r>
          </a:p>
          <a:p>
            <a:r>
              <a:t>建议把这一页留给客户的 IT 团队</a:t>
            </a:r>
          </a:p>
          <a:p>
            <a:r>
              <a:t>——他们会需要。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· 55 秒 · 最实用的一页</a:t>
            </a:r>
          </a:p>
          <a:p/>
          <a:p>
            <a:r>
              <a:t>钱的事讲完了。收尾之前，我留了</a:t>
            </a:r>
          </a:p>
          <a:p>
            <a:r>
              <a:t>今天最实用的一页</a:t>
            </a:r>
          </a:p>
          <a:p>
            <a:r>
              <a:t>——</a:t>
            </a:r>
          </a:p>
          <a:p>
            <a:r>
              <a:t>给你一把尺子</a:t>
            </a:r>
          </a:p>
          <a:p>
            <a:r>
              <a:t>，回去就能用。</a:t>
            </a:r>
          </a:p>
          <a:p>
            <a:r>
              <a:t>⏸ 停 1 秒</a:t>
            </a:r>
          </a:p>
          <a:p>
            <a:r>
              <a:t>左边四个是 Standard 的典型场景：IT 自助问答、官网客服分流、</a:t>
            </a:r>
          </a:p>
          <a:p>
            <a:r>
              <a:t>实时语音客服</a:t>
            </a:r>
          </a:p>
          <a:p>
            <a:r>
              <a:t>、报名预约收集。</a:t>
            </a:r>
          </a:p>
          <a:p>
            <a:r>
              <a:t>⏸ 停 1 秒</a:t>
            </a:r>
          </a:p>
          <a:p>
            <a:r>
              <a:t>特别提一下语音——</a:t>
            </a:r>
          </a:p>
          <a:p>
            <a:r>
              <a:t>电话接进来实时应答和转接，低延迟是硬指标</a:t>
            </a:r>
          </a:p>
          <a:p>
            <a:r>
              <a:t>，话术和路径事先配好，</a:t>
            </a:r>
          </a:p>
          <a:p>
            <a:r>
              <a:t>这类活恰恰不需要 AI 临场想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它们的共同点在最下面这句：</a:t>
            </a:r>
          </a:p>
          <a:p>
            <a:r>
              <a:t>能画成一张确定的流程图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右边三个不一样：法务的合同分诊、客服的工单分诊、售前的</a:t>
            </a:r>
          </a:p>
          <a:p>
            <a:r>
              <a:t>RFP 标书审阅</a:t>
            </a:r>
          </a:p>
          <a:p>
            <a:r>
              <a:t>。</a:t>
            </a:r>
          </a:p>
          <a:p>
            <a:r>
              <a:t>⏸ 停 1 秒</a:t>
            </a:r>
          </a:p>
          <a:p>
            <a:r>
              <a:t>注意看每一条——</a:t>
            </a:r>
          </a:p>
          <a:p>
            <a:r>
              <a:t>你只给了目标，中间步骤是 AI 自己排的</a:t>
            </a:r>
          </a:p>
          <a:p>
            <a:r>
              <a:t>。比如 RFP，你说的只是「把上百页标书拆成一份风险清单」，</a:t>
            </a:r>
          </a:p>
          <a:p>
            <a:r>
              <a:t>通读、拆解、标风险、排优先级，这四步是它自己编排的</a:t>
            </a:r>
          </a:p>
          <a:p>
            <a:r>
              <a:t>。</a:t>
            </a:r>
          </a:p>
          <a:p>
            <a:r>
              <a:t>⏸ 停 3 秒</a:t>
            </a:r>
          </a:p>
          <a:p>
            <a:r>
              <a:t>所以判断标准非常简单，请记住这一句：</a:t>
            </a:r>
          </a:p>
          <a:p>
            <a:r>
              <a:t>场景能写成固定流程图，走 Standard；只能说清目标、说不清步骤，才需要 GitHub Copilot harness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· FAQ · 60 秒 · 可跳可展开</a:t>
            </a:r>
          </a:p>
          <a:p/>
          <a:p>
            <a:r>
              <a:t>这一页是我把每场都会被问到的八个问题</a:t>
            </a:r>
          </a:p>
          <a:p>
            <a:r>
              <a:t>提前答一遍</a:t>
            </a:r>
          </a:p>
          <a:p>
            <a:r>
              <a:t>。时间紧的话，</a:t>
            </a:r>
          </a:p>
          <a:p>
            <a:r>
              <a:t>前三个必须说，剩下的看现场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Q1，已买的 License 会不会变？</a:t>
            </a:r>
          </a:p>
          <a:p>
            <a:r>
              <a:t>不会。</a:t>
            </a:r>
          </a:p>
          <a:p>
            <a:r>
              <a:t>包括在 M365 Copilot 许可里的合理使用，也不变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Q2，它叫 GitHub Copilot，是不是要买 GitHub Copilot？</a:t>
            </a:r>
          </a:p>
          <a:p>
            <a:r>
              <a:t>不用。</a:t>
            </a:r>
          </a:p>
          <a:p>
            <a:r>
              <a:t>既不用买那个许可，也不用配 GitHub 环境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Q3，老 Agent 会不会坏？能一键迁过去吗？</a:t>
            </a:r>
          </a:p>
          <a:p>
            <a:r>
              <a:t>不会坏、不强制迁移。但这里</a:t>
            </a:r>
          </a:p>
          <a:p>
            <a:r>
              <a:t>要说实话</a:t>
            </a:r>
          </a:p>
          <a:p>
            <a:r>
              <a:t>：</a:t>
            </a:r>
          </a:p>
          <a:p>
            <a:r>
              <a:t>目前没有自动迁移，要换就得重建</a:t>
            </a:r>
          </a:p>
          <a:p>
            <a:r>
              <a:t>。好消息是重建通常很快，团队也在做自然语言辅助迁移。</a:t>
            </a:r>
          </a:p>
          <a:p>
            <a:r>
              <a:t>⏸ 停 3 秒</a:t>
            </a:r>
          </a:p>
          <a:p>
            <a:r>
              <a:t>后面几个看现场。</a:t>
            </a:r>
          </a:p>
          <a:p>
            <a:r>
              <a:t>Q6 是最容易漏、但客户一定追问的一条</a:t>
            </a:r>
          </a:p>
          <a:p>
            <a:r>
              <a:t>：</a:t>
            </a:r>
          </a:p>
          <a:p>
            <a:r>
              <a:t>8 月 3 日之前建的 GHCP Agent，沿用原模式到 9 月 1 日</a:t>
            </a:r>
          </a:p>
          <a:p>
            <a:r>
              <a:t>，之后才转按量；</a:t>
            </a:r>
          </a:p>
          <a:p>
            <a:r>
              <a:t>之后建的立即按量</a:t>
            </a:r>
          </a:p>
          <a:p>
            <a:r>
              <a:t>。</a:t>
            </a:r>
          </a:p>
          <a:p>
            <a:r>
              <a:t>⏸ 停 2 秒</a:t>
            </a:r>
          </a:p>
          <a:p>
            <a:r>
              <a:t>最后两个是给 IT 和安全的定心丸：</a:t>
            </a:r>
          </a:p>
          <a:p>
            <a:r>
              <a:t>自带模型挂 Workflow 层，不锁死</a:t>
            </a:r>
          </a:p>
          <a:p>
            <a:r>
              <a:t>；</a:t>
            </a:r>
          </a:p>
          <a:p>
            <a:r>
              <a:t>治理、合规、安全架构全部沿用现有那一套，不需要重新审</a:t>
            </a:r>
          </a:p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